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5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东升 赵" userId="0f1befc5113e524a" providerId="LiveId" clId="{AE4A9D54-0CCB-44E0-9645-C64CCC9F4B97}"/>
    <pc:docChg chg="delSld">
      <pc:chgData name="东升 赵" userId="0f1befc5113e524a" providerId="LiveId" clId="{AE4A9D54-0CCB-44E0-9645-C64CCC9F4B97}" dt="2026-03-21T07:18:20.172" v="14" actId="47"/>
      <pc:docMkLst>
        <pc:docMk/>
      </pc:docMkLst>
      <pc:sldChg chg="del">
        <pc:chgData name="东升 赵" userId="0f1befc5113e524a" providerId="LiveId" clId="{AE4A9D54-0CCB-44E0-9645-C64CCC9F4B97}" dt="2026-03-21T07:18:20.172" v="14" actId="47"/>
        <pc:sldMkLst>
          <pc:docMk/>
          <pc:sldMk cId="0" sldId="257"/>
        </pc:sldMkLst>
      </pc:sldChg>
      <pc:sldChg chg="del">
        <pc:chgData name="东升 赵" userId="0f1befc5113e524a" providerId="LiveId" clId="{AE4A9D54-0CCB-44E0-9645-C64CCC9F4B97}" dt="2026-03-21T07:18:18.237" v="13" actId="47"/>
        <pc:sldMkLst>
          <pc:docMk/>
          <pc:sldMk cId="0" sldId="260"/>
        </pc:sldMkLst>
      </pc:sldChg>
      <pc:sldChg chg="del">
        <pc:chgData name="东升 赵" userId="0f1befc5113e524a" providerId="LiveId" clId="{AE4A9D54-0CCB-44E0-9645-C64CCC9F4B97}" dt="2026-03-21T07:18:18.072" v="12" actId="47"/>
        <pc:sldMkLst>
          <pc:docMk/>
          <pc:sldMk cId="0" sldId="261"/>
        </pc:sldMkLst>
      </pc:sldChg>
      <pc:sldChg chg="del">
        <pc:chgData name="东升 赵" userId="0f1befc5113e524a" providerId="LiveId" clId="{AE4A9D54-0CCB-44E0-9645-C64CCC9F4B97}" dt="2026-03-21T07:18:17.897" v="11" actId="47"/>
        <pc:sldMkLst>
          <pc:docMk/>
          <pc:sldMk cId="0" sldId="262"/>
        </pc:sldMkLst>
      </pc:sldChg>
      <pc:sldChg chg="del">
        <pc:chgData name="东升 赵" userId="0f1befc5113e524a" providerId="LiveId" clId="{AE4A9D54-0CCB-44E0-9645-C64CCC9F4B97}" dt="2026-03-21T07:18:17.739" v="10" actId="47"/>
        <pc:sldMkLst>
          <pc:docMk/>
          <pc:sldMk cId="0" sldId="263"/>
        </pc:sldMkLst>
      </pc:sldChg>
      <pc:sldChg chg="del">
        <pc:chgData name="东升 赵" userId="0f1befc5113e524a" providerId="LiveId" clId="{AE4A9D54-0CCB-44E0-9645-C64CCC9F4B97}" dt="2026-03-21T07:18:17.570" v="9" actId="47"/>
        <pc:sldMkLst>
          <pc:docMk/>
          <pc:sldMk cId="0" sldId="264"/>
        </pc:sldMkLst>
      </pc:sldChg>
      <pc:sldChg chg="del">
        <pc:chgData name="东升 赵" userId="0f1befc5113e524a" providerId="LiveId" clId="{AE4A9D54-0CCB-44E0-9645-C64CCC9F4B97}" dt="2026-03-21T07:18:17.421" v="8" actId="47"/>
        <pc:sldMkLst>
          <pc:docMk/>
          <pc:sldMk cId="0" sldId="265"/>
        </pc:sldMkLst>
      </pc:sldChg>
      <pc:sldChg chg="del">
        <pc:chgData name="东升 赵" userId="0f1befc5113e524a" providerId="LiveId" clId="{AE4A9D54-0CCB-44E0-9645-C64CCC9F4B97}" dt="2026-03-21T07:18:17.247" v="7" actId="47"/>
        <pc:sldMkLst>
          <pc:docMk/>
          <pc:sldMk cId="0" sldId="266"/>
        </pc:sldMkLst>
      </pc:sldChg>
      <pc:sldChg chg="del">
        <pc:chgData name="东升 赵" userId="0f1befc5113e524a" providerId="LiveId" clId="{AE4A9D54-0CCB-44E0-9645-C64CCC9F4B97}" dt="2026-03-21T07:18:17.088" v="6" actId="47"/>
        <pc:sldMkLst>
          <pc:docMk/>
          <pc:sldMk cId="0" sldId="267"/>
        </pc:sldMkLst>
      </pc:sldChg>
      <pc:sldChg chg="del">
        <pc:chgData name="东升 赵" userId="0f1befc5113e524a" providerId="LiveId" clId="{AE4A9D54-0CCB-44E0-9645-C64CCC9F4B97}" dt="2026-03-21T07:18:16.901" v="5" actId="47"/>
        <pc:sldMkLst>
          <pc:docMk/>
          <pc:sldMk cId="0" sldId="268"/>
        </pc:sldMkLst>
      </pc:sldChg>
      <pc:sldChg chg="del">
        <pc:chgData name="东升 赵" userId="0f1befc5113e524a" providerId="LiveId" clId="{AE4A9D54-0CCB-44E0-9645-C64CCC9F4B97}" dt="2026-03-21T07:18:16.543" v="4" actId="47"/>
        <pc:sldMkLst>
          <pc:docMk/>
          <pc:sldMk cId="0" sldId="269"/>
        </pc:sldMkLst>
      </pc:sldChg>
      <pc:sldChg chg="del">
        <pc:chgData name="东升 赵" userId="0f1befc5113e524a" providerId="LiveId" clId="{AE4A9D54-0CCB-44E0-9645-C64CCC9F4B97}" dt="2026-03-21T07:18:16.252" v="3" actId="47"/>
        <pc:sldMkLst>
          <pc:docMk/>
          <pc:sldMk cId="0" sldId="270"/>
        </pc:sldMkLst>
      </pc:sldChg>
      <pc:sldChg chg="del">
        <pc:chgData name="东升 赵" userId="0f1befc5113e524a" providerId="LiveId" clId="{AE4A9D54-0CCB-44E0-9645-C64CCC9F4B97}" dt="2026-03-21T07:18:15.061" v="0" actId="47"/>
        <pc:sldMkLst>
          <pc:docMk/>
          <pc:sldMk cId="0" sldId="271"/>
        </pc:sldMkLst>
      </pc:sldChg>
      <pc:sldChg chg="del">
        <pc:chgData name="东升 赵" userId="0f1befc5113e524a" providerId="LiveId" clId="{AE4A9D54-0CCB-44E0-9645-C64CCC9F4B97}" dt="2026-03-21T07:18:15.640" v="1" actId="47"/>
        <pc:sldMkLst>
          <pc:docMk/>
          <pc:sldMk cId="0" sldId="272"/>
        </pc:sldMkLst>
      </pc:sldChg>
      <pc:sldChg chg="del">
        <pc:chgData name="东升 赵" userId="0f1befc5113e524a" providerId="LiveId" clId="{AE4A9D54-0CCB-44E0-9645-C64CCC9F4B97}" dt="2026-03-21T07:18:16.013" v="2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1395" y="832485"/>
            <a:ext cx="10098405" cy="34334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6000" b="1" i="0" u="none" spc="200" baseline="0">
                <a:solidFill>
                  <a:srgbClr val="DE8B62"/>
                </a:solidFill>
                <a:latin typeface="思源黑体 Medium"/>
                <a:ea typeface="思源黑体 Medium"/>
              </a:rPr>
              <a:t>数学：智能推断的核心引擎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2956595" y="4366260"/>
            <a:ext cx="6541765" cy="368300"/>
            <a:chOff x="4748" y="7539"/>
            <a:chExt cx="10302" cy="580"/>
          </a:xfrm>
        </p:grpSpPr>
        <p:grpSp>
          <p:nvGrpSpPr>
            <p:cNvPr id="4" name="Group 4"/>
            <p:cNvGrpSpPr/>
            <p:nvPr/>
          </p:nvGrpSpPr>
          <p:grpSpPr>
            <a:xfrm>
              <a:off x="5397" y="7539"/>
              <a:ext cx="9653" cy="580"/>
              <a:chOff x="3493256" y="3753992"/>
              <a:chExt cx="6129650" cy="368300"/>
            </a:xfrm>
            <a:noFill/>
          </p:grpSpPr>
          <p:sp>
            <p:nvSpPr>
              <p:cNvPr id="5" name="TextBox 5"/>
              <p:cNvSpPr txBox="1"/>
              <p:nvPr/>
            </p:nvSpPr>
            <p:spPr>
              <a:xfrm>
                <a:off x="3493256" y="3753992"/>
                <a:ext cx="2788283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rtlCol="0" anchor="t">
                <a:spAutoFit/>
              </a:bodyPr>
              <a:lstStyle/>
              <a:p>
                <a:pPr marL="0" algn="l">
                  <a:defRPr/>
                </a:pPr>
                <a:r>
                  <a:rPr lang="zh-CN" altLang="en-US" sz="1800" b="0" i="0" u="none" baseline="0">
                    <a:solidFill>
                      <a:srgbClr val="000000"/>
                    </a:solidFill>
                    <a:latin typeface="思源黑体 Normal"/>
                    <a:ea typeface="思源黑体 Normal"/>
                  </a:rPr>
                  <a:t>汇报人：</a:t>
                </a:r>
                <a:r>
                  <a:rPr lang="en-US" sz="1800" b="0" i="0" u="none" baseline="0">
                    <a:solidFill>
                      <a:srgbClr val="000000"/>
                    </a:solidFill>
                    <a:latin typeface="思源黑体 Normal"/>
                    <a:ea typeface="思源黑体 Normal"/>
                  </a:rPr>
                  <a:t>XXX</a:t>
                </a:r>
                <a:endParaRPr lang="en-US" sz="110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6677143" y="3753992"/>
                <a:ext cx="2945763" cy="3683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/>
                <a:r>
                  <a:rPr lang="zh-CN" altLang="en-US" sz="1800" b="0" i="0" u="none" baseline="0">
                    <a:solidFill>
                      <a:srgbClr val="000000"/>
                    </a:solidFill>
                    <a:latin typeface="思源黑体 Normal"/>
                    <a:ea typeface="思源黑体 Normal"/>
                  </a:rPr>
                  <a:t>日期：</a:t>
                </a:r>
                <a:r>
                  <a:rPr lang="en-US" sz="1800" b="0" i="0" u="none" baseline="0">
                    <a:solidFill>
                      <a:srgbClr val="000000"/>
                    </a:solidFill>
                    <a:latin typeface="思源黑体 Normal"/>
                    <a:ea typeface="思源黑体 Normal"/>
                  </a:rPr>
                  <a:t>20XX-XX-XX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4748" y="7550"/>
              <a:ext cx="558" cy="558"/>
            </a:xfrm>
            <a:prstGeom prst="ellipse">
              <a:avLst/>
            </a:prstGeom>
            <a:solidFill>
              <a:srgbClr val="DE8B6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9821" y="7550"/>
              <a:ext cx="558" cy="558"/>
            </a:xfrm>
            <a:prstGeom prst="ellipse">
              <a:avLst/>
            </a:prstGeom>
            <a:solidFill>
              <a:srgbClr val="DE8B62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35058" y="1880235"/>
            <a:ext cx="4478020" cy="72136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400" b="1" i="0" u="none" baseline="0">
                <a:ln/>
                <a:solidFill>
                  <a:srgbClr val="DE8B62"/>
                </a:solidFill>
                <a:effectLst/>
                <a:latin typeface="思源黑体 Medium"/>
                <a:ea typeface="思源黑体 Medium"/>
              </a:rPr>
              <a:t>PART   01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729865" y="2369185"/>
            <a:ext cx="6288405" cy="25692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400" b="1" i="0" u="none" baseline="0">
                <a:solidFill>
                  <a:srgbClr val="DE8B62"/>
                </a:solidFill>
                <a:latin typeface="思源黑体 Medium"/>
                <a:ea typeface="思源黑体 Medium"/>
              </a:rPr>
              <a:t>智能推断的数学基石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0563" y="1473518"/>
            <a:ext cx="3311824" cy="49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430563" y="1473518"/>
            <a:ext cx="3311824" cy="108000"/>
          </a:xfrm>
          <a:prstGeom prst="rect">
            <a:avLst/>
          </a:prstGeom>
          <a:solidFill>
            <a:srgbClr val="DE8B62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86435" y="1473518"/>
            <a:ext cx="3311824" cy="49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86435" y="1473518"/>
            <a:ext cx="3311824" cy="108000"/>
          </a:xfrm>
          <a:prstGeom prst="rect">
            <a:avLst/>
          </a:prstGeom>
          <a:solidFill>
            <a:srgbClr val="DE8B62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174691" y="1473518"/>
            <a:ext cx="3311824" cy="49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74691" y="1473518"/>
            <a:ext cx="3311824" cy="108000"/>
          </a:xfrm>
          <a:prstGeom prst="rect">
            <a:avLst/>
          </a:prstGeom>
          <a:solidFill>
            <a:srgbClr val="DE8B62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013946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chemeClr val="accent6">
                    <a:alpha val="50000"/>
                  </a:schemeClr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2485050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chemeClr val="accent6">
                    <a:alpha val="50000"/>
                  </a:schemeClr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69818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 i="0" u="none" baseline="0">
                <a:solidFill>
                  <a:schemeClr val="accent6">
                    <a:alpha val="50000"/>
                  </a:schemeClr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16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E8B62"/>
                </a:solidFill>
                <a:latin typeface="思源黑体 Normal"/>
                <a:ea typeface="思源黑体 Normal"/>
              </a:rPr>
              <a:t>智能推断的定义与范畴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555490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数学为智能推断提供了严格的逻辑结构和形式化工具。无论是概率论中的贝叶斯定理，还是线性代数中的空间变换，都使得机器能够以可计算的方式模拟人类的推理能力。这种形式化表达确保了推断过程的可重复性和可验证性，是智能系统可靠性的基石。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555490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E8B62"/>
                </a:solidFill>
                <a:latin typeface="思源黑体 Normal"/>
                <a:ea typeface="思源黑体 Normal"/>
              </a:rPr>
              <a:t>数学作为逻辑推理的通用语言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1216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智能推断是指机器基于数据和模型，进行逻辑推理、预测和决策的过程。其核心目标是通过有限的信息，得出对未知世界最合理的结论，这一过程高度依赖于数学语言来精确描述不确定性、关系和规律。数学为智能推断提供了从问题建模到算法实现的完整框架。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29881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0" i="0" u="none" baseline="0">
                <a:solidFill>
                  <a:srgbClr val="000000"/>
                </a:solidFill>
                <a:latin typeface="思源黑体 Normal"/>
                <a:ea typeface="思源黑体 Normal"/>
              </a:rPr>
              <a:t>数学模型是连接数据与智能决策的桥梁。通过建立统计模型、优化模型或图模型，智能系统能够从海量数据中提取模式、预测趋势并做出最优选择。例如，在图像识别中，卷积神经网络本质上是数学运算的层次化组合，其推断能力直接源于数学结构的设计。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29881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E8B62"/>
                </a:solidFill>
                <a:latin typeface="思源黑体 Normal"/>
                <a:ea typeface="思源黑体 Normal"/>
              </a:rPr>
              <a:t>数学模型在智能推断中的关键作用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E8B6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E8B62"/>
                </a:solidFill>
                <a:latin typeface="思源黑体 Normal"/>
                <a:ea typeface="思源黑体 Normal"/>
              </a:rPr>
              <a:t>智能推断与数学的内在联系</a:t>
            </a:r>
            <a:endParaRPr lang="en-US" sz="110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FFFFFF"/>
      </a:lt1>
      <a:dk2>
        <a:srgbClr val="DE8B62"/>
      </a:dk2>
      <a:lt2>
        <a:srgbClr val="FFFFFF"/>
      </a:lt2>
      <a:accent1>
        <a:srgbClr val="DE8B62"/>
      </a:accent1>
      <a:accent2>
        <a:srgbClr val="DE8B62"/>
      </a:accent2>
      <a:accent3>
        <a:srgbClr val="DE8B62"/>
      </a:accent3>
      <a:accent4>
        <a:srgbClr val="DE8B62"/>
      </a:accent4>
      <a:accent5>
        <a:srgbClr val="DE8B62"/>
      </a:accent5>
      <a:accent6>
        <a:srgbClr val="DE8B62"/>
      </a:accent6>
      <a:hlink>
        <a:srgbClr val="FFFFFF"/>
      </a:hlink>
      <a:folHlink>
        <a:srgbClr val="FFFFFF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宽屏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思源黑体 Medium</vt:lpstr>
      <vt:lpstr>思源黑体 Normal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东升 赵</cp:lastModifiedBy>
  <cp:revision>1</cp:revision>
  <dcterms:created xsi:type="dcterms:W3CDTF">2026-03-20T15:51:05Z</dcterms:created>
  <dcterms:modified xsi:type="dcterms:W3CDTF">2026-03-21T07:18:24Z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{"ContentPropagator":"文多多","Label":"1","ReservedCode1":"1774021865564","ProduceID":"wenduoduo-pptx-1774021865564","ReservedCode2":"1774021865564","PropagateID":"wenduoduo-pptx1774021865564","ContentProducer":"文多多"}</vt:lpwstr>
  </property>
</Properties>
</file>